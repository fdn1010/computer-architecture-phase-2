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6225"/>
            <a:ext cx="16664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-2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460679" y="261937"/>
            <a:ext cx="5702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Project: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7946752" y="261937"/>
            <a:ext cx="10192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 Upgrade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806035" y="436811"/>
            <a:ext cx="3778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Date: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144098" y="436811"/>
            <a:ext cx="7626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Summer 2026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213997" y="611684"/>
            <a:ext cx="634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Platform: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749406" y="611684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Gradescope / Docker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362006" y="786557"/>
            <a:ext cx="634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Audience: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897416" y="786557"/>
            <a:ext cx="10833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TAs &amp; Volunteers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5295" y="2241984"/>
            <a:ext cx="2924175" cy="309562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25491"/>
            <a:ext cx="653600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new in Phase 2, how the assembler and results.py each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work, and how the two files fit together in the grading pipeline.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4367212"/>
            <a:ext cx="27432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8665"/>
            <a:ext cx="8823380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60" b="1" spc="-230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Autograder</a:t>
            </a:r>
            <a:endParaRPr lang="en-US" sz="5760" dirty="0"/>
          </a:p>
        </p:txBody>
      </p:sp>
      <p:sp>
        <p:nvSpPr>
          <p:cNvPr id="16" name="Text 14"/>
          <p:cNvSpPr/>
          <p:nvPr/>
        </p:nvSpPr>
        <p:spPr>
          <a:xfrm>
            <a:off x="457200" y="2790155"/>
            <a:ext cx="3852870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60" b="1" spc="-230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</a:t>
            </a:r>
            <a:endParaRPr lang="en-US" sz="5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1828800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76287"/>
            <a:ext cx="84324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assembler now produces the full memory image of a program, not just its instructions. The individual changes: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6233" y="1152265"/>
            <a:ext cx="3933825" cy="433388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457200" y="1249561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04031" y="1259086"/>
            <a:ext cx="222215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Assembles the data section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704031" y="1455241"/>
            <a:ext cx="42233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now reads the .data section and turns each .word into a 32-bit value.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753905" y="1152265"/>
            <a:ext cx="3933825" cy="43338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754835" y="1249561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001667" y="1259086"/>
            <a:ext cx="153724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Emits address files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001667" y="1455241"/>
            <a:ext cx="392416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writes out the address of every instruction and every data label.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56233" y="1718332"/>
            <a:ext cx="3933825" cy="56673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57200" y="1815108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04031" y="1824633"/>
            <a:ext cx="122884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output files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704031" y="2020788"/>
            <a:ext cx="4582857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Instructions, data, and addresses — each as binary and/or hex — for six files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753905" y="1718332"/>
            <a:ext cx="3933825" cy="566738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4754835" y="1815108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01667" y="1824633"/>
            <a:ext cx="195709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ebreak encoded directly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01667" y="2020788"/>
            <a:ext cx="43699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ebreak takes no operands, so it is emitted as the fixed word 0x00100073.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56233" y="2418271"/>
            <a:ext cx="3933825" cy="566738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57200" y="2515046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04031" y="2524571"/>
            <a:ext cx="163263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%hi / %lo relocation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704031" y="2720727"/>
            <a:ext cx="4755148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resolves %hi(label) and %lo(label) into real numbers so lui/addi pairs can load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addresses.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753905" y="2418271"/>
            <a:ext cx="3933825" cy="566738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754835" y="2515046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001667" y="2524571"/>
            <a:ext cx="169270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memory layout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001667" y="2720727"/>
            <a:ext cx="4295738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start at 0x00400000 and data at 0x10010000, matching the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processor phases.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457200" y="4767635"/>
            <a:ext cx="19812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Assembler / Phase 2 Autograder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6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233" y="1152265"/>
            <a:ext cx="3933825" cy="433388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905" y="1152265"/>
            <a:ext cx="3933825" cy="433388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233" y="1718332"/>
            <a:ext cx="3933825" cy="56673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3905" y="1718332"/>
            <a:ext cx="3933825" cy="566738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233" y="2418271"/>
            <a:ext cx="3933825" cy="566738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3905" y="2418271"/>
            <a:ext cx="3933825" cy="566738"/>
          </a:xfrm>
          <a:prstGeom prst="rect">
            <a:avLst/>
          </a:prstGeom>
        </p:spPr>
      </p:pic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57200" y="223838"/>
            <a:ext cx="53951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Assembler: What Changed</a:t>
            </a:r>
            <a:endParaRPr lang="en-US" sz="2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2743200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50540"/>
            <a:ext cx="8969454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assembler is a command-line program. It takes two inputs, and for one assembly program it writes six output files into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source/gen/.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6419" y="1290749"/>
            <a:ext cx="2595563" cy="313372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798" y="1455539"/>
            <a:ext cx="5562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INPUTS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44798" y="1726034"/>
            <a:ext cx="8271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86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program.s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4798" y="1921446"/>
            <a:ext cx="291238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assembly program — a .data section of .word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 and a .text section of instructions.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644798" y="2320305"/>
            <a:ext cx="15116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86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instructions.yaml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44798" y="2515716"/>
            <a:ext cx="282928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opcode / funct table. Its entries override the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assembler's built-in fallback table.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279018" y="1290749"/>
            <a:ext cx="2586038" cy="313372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3462635" y="2138735"/>
            <a:ext cx="9720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HOW IT RUNS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462375" y="2398886"/>
            <a:ext cx="2219325" cy="495300"/>
          </a:xfrm>
          <a:prstGeom prst="roundRect">
            <a:avLst>
              <a:gd name="adj" fmla="val 3846"/>
            </a:avLst>
          </a:prstGeom>
          <a:solidFill>
            <a:srgbClr val="1A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3572321" y="2512070"/>
            <a:ext cx="1929036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python assembler.py \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&lt;base_path&gt; &lt;program.s&gt;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462635" y="3031480"/>
            <a:ext cx="2780333" cy="5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base_path locates instructions.yaml; the .s path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decides where the output folder is created. The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run_autograder script calls this once per test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092093" y="1290749"/>
            <a:ext cx="2595563" cy="313372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0472" y="1455539"/>
            <a:ext cx="180385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OUTPUTS → SOURCE/GEN/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280472" y="1749847"/>
            <a:ext cx="63903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name.bin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6280472" y="1951732"/>
            <a:ext cx="9299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name.hex.txt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80472" y="2153617"/>
            <a:ext cx="100267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name_data.bin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6280472" y="2355503"/>
            <a:ext cx="12935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name_data.hex.txt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6280472" y="2557388"/>
            <a:ext cx="223908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name_instruction_addresses.txt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6280472" y="2759273"/>
            <a:ext cx="172994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name_data_addresses.txt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280472" y="3045768"/>
            <a:ext cx="2900965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Binaries are little-endian 32-bit words; hex files list</a:t>
            </a:r>
            <a:endParaRPr lang="en-US" sz="720" dirty="0"/>
          </a:p>
          <a:p>
            <a:pPr algn="l" indent="0" marL="0">
              <a:lnSpc>
                <a:spcPts val="1044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0x-word per line.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57200" y="4767635"/>
            <a:ext cx="223782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Assembler I/O / Phase 2 Autograder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6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223838"/>
            <a:ext cx="573742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Assembler: Inputs &amp; Outputs</a:t>
            </a:r>
            <a:endParaRPr lang="en-US" sz="2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266" y="335198"/>
            <a:ext cx="2376487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50540"/>
            <a:ext cx="9427026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main() reads the arguments, then calls assemble() to do the work and write_outputs() to save it. assemble() is a classic two-pass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assembler — it finds every address first, then encodes.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457200" y="1296516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914326" y="1306041"/>
            <a:ext cx="205518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the instruction table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914326" y="1512094"/>
            <a:ext cx="935698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get_instruction_table() reads instructions.yaml and merges it over the built-in fallback table, so each mnemonic maps to its opcode, funct fields, and type.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57200" y="1758851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81485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914326" y="1891010"/>
            <a:ext cx="242743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pass — scan and allocate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914326" y="2097063"/>
            <a:ext cx="9922230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walks the .s file line by line: tracking .text vs .data, recording each label's address, turning .word entries into data values, and collecting every instruction with the</a:t>
            </a:r>
            <a:endParaRPr lang="en-US" sz="780" dirty="0"/>
          </a:p>
          <a:p>
            <a:pPr algn="l" indent="0" marL="0">
              <a:lnSpc>
                <a:spcPts val="1127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it will live at.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2486992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9627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914326" y="2619152"/>
            <a:ext cx="178818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symbol table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914326" y="2825204"/>
            <a:ext cx="72086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labels and data labels are merged into one name-to-address map, so the second pass can resolve any reference.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7200" y="3071961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94596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914326" y="3204121"/>
            <a:ext cx="188608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pass — encode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914326" y="3410173"/>
            <a:ext cx="9870571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instruction it picks an encoder by type (R, I, S, B, U, J), resolves %hi/%lo against the symbol table, special-cases ebreak, and produces a 32-bit machine</a:t>
            </a:r>
            <a:endParaRPr lang="en-US" sz="780" dirty="0"/>
          </a:p>
          <a:p>
            <a:pPr algn="l" indent="0" marL="0">
              <a:lnSpc>
                <a:spcPts val="1127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57200" y="3800103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22737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914326" y="3932262"/>
            <a:ext cx="250346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write_outputs() — save six files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914326" y="4138315"/>
            <a:ext cx="841069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writes the instruction and data words as little-endian binary and as hex text, plus the instruction and data address lists, into source/gen/.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457200" y="4767635"/>
            <a:ext cx="23019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Assembler Flow / Phase 2 Autograder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6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223838"/>
            <a:ext cx="505329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Assembler: How It Works</a:t>
            </a:r>
            <a:endParaRPr lang="en-US" sz="2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2195513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76287"/>
            <a:ext cx="9767545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old grader hardcoded a separate check per file and graded all-or-nothing. The new results.py is one reusable engine that grades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six files with partial credit and structured feedback.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6233" y="1342913"/>
            <a:ext cx="3933825" cy="566738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457200" y="1439689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04031" y="1449214"/>
            <a:ext cx="181111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generic file check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704031" y="1645369"/>
            <a:ext cx="4364906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run_file_check() handles any file, replacing four near-identical hardcoded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753905" y="1342913"/>
            <a:ext cx="3933825" cy="56673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754835" y="1439689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001667" y="1449214"/>
            <a:ext cx="184081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text comparison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001667" y="1645369"/>
            <a:ext cx="4629388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files are normalized — whitespace, case, and line endings are ignored —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comparing.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56233" y="2042852"/>
            <a:ext cx="3933825" cy="56673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57200" y="2139628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04031" y="2149153"/>
            <a:ext cx="147813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all six files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704031" y="2345308"/>
            <a:ext cx="42887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test checks all six generated files, not just the instruction outputs.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753905" y="2042852"/>
            <a:ext cx="3933825" cy="566738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4754835" y="2139628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01667" y="2149153"/>
            <a:ext cx="105200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credit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01667" y="2345308"/>
            <a:ext cx="4228021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file is worth 0.25 points, so a partly-correct submission still earns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something.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56233" y="2742791"/>
            <a:ext cx="3933825" cy="566738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57200" y="2839566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04031" y="2849091"/>
            <a:ext cx="180550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error types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704031" y="3045247"/>
            <a:ext cx="4724869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are tagged missing_file, missing_solution, or content_mismatch instead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 bare pass/fail.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753905" y="2742791"/>
            <a:ext cx="3933825" cy="566738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754835" y="2839566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001667" y="2849091"/>
            <a:ext cx="178131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7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Line-by-line feedback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001667" y="3045247"/>
            <a:ext cx="4620488" cy="25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public test shows the exact expected-vs-generated lines; the hidden test</a:t>
            </a:r>
            <a:endParaRPr lang="en-US" sz="76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a summary only.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457200" y="4767635"/>
            <a:ext cx="20454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results.py / Phase 2 Autograder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6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233" y="1342913"/>
            <a:ext cx="3933825" cy="566738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905" y="1342913"/>
            <a:ext cx="3933825" cy="566738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233" y="2042852"/>
            <a:ext cx="3933825" cy="56673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3905" y="2042852"/>
            <a:ext cx="3933825" cy="566738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233" y="2742791"/>
            <a:ext cx="3933825" cy="566738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3905" y="2742791"/>
            <a:ext cx="3933825" cy="566738"/>
          </a:xfrm>
          <a:prstGeom prst="rect">
            <a:avLst/>
          </a:prstGeom>
        </p:spPr>
      </p:pic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57200" y="223838"/>
            <a:ext cx="52558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results.py: What Changed</a:t>
            </a:r>
            <a:endParaRPr lang="en-US" sz="2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2743200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50540"/>
            <a:ext cx="9651459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results.py runs after the assembler. It compares what the student generated against the reference solution and writes one JSON file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Gradescope reads.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6419" y="1290749"/>
            <a:ext cx="2595563" cy="313372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798" y="1455539"/>
            <a:ext cx="5562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INPUTS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44798" y="1726034"/>
            <a:ext cx="9983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86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source/gen/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4798" y="1921446"/>
            <a:ext cx="239125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six files the student's assembler just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produced, for each test program.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644798" y="2320305"/>
            <a:ext cx="9983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86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source/sol/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44798" y="2515716"/>
            <a:ext cx="27110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matching six reference files — the correct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for each test.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279018" y="1290749"/>
            <a:ext cx="2586038" cy="313372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3462635" y="2210693"/>
            <a:ext cx="9720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HOW IT RUNS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462375" y="2472668"/>
            <a:ext cx="2219325" cy="347663"/>
          </a:xfrm>
          <a:prstGeom prst="roundRect">
            <a:avLst>
              <a:gd name="adj" fmla="val 5479"/>
            </a:avLst>
          </a:prstGeom>
          <a:solidFill>
            <a:srgbClr val="1A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3572321" y="2584028"/>
            <a:ext cx="133003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6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python results.py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462635" y="2959447"/>
            <a:ext cx="2907640" cy="5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arguments — the file paths are fixed. It runs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tests: add_shift (public, shown to the student)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test (hidden, summary only). Each test is</a:t>
            </a:r>
            <a:endParaRPr lang="en-US" sz="730" dirty="0"/>
          </a:p>
          <a:p>
            <a:pPr algn="l" indent="0" marL="0">
              <a:lnSpc>
                <a:spcPts val="1101"/>
              </a:lnSpc>
              <a:buNone/>
            </a:pPr>
            <a:r>
              <a:rPr lang="en-US" sz="7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worth up to 1.5 points.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092093" y="1290749"/>
            <a:ext cx="2595563" cy="313372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0472" y="1455539"/>
            <a:ext cx="16375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20" spc="72" kern="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OUTPUT → GRADESCOPE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280472" y="1726034"/>
            <a:ext cx="10838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86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results.json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280472" y="1921446"/>
            <a:ext cx="262419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overall score plus, per test, its score, max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score, and formatted feedback text.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280472" y="2320305"/>
            <a:ext cx="274134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Gradescope reads this file directly and renders</a:t>
            </a:r>
            <a:endParaRPr lang="en-US" sz="73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scores and feedback to the student.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57200" y="4767635"/>
            <a:ext cx="23019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results.py I/O / Phase 2 Autograder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6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223838"/>
            <a:ext cx="559822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results.py: Inputs &amp; Outputs</a:t>
            </a:r>
            <a:endParaRPr lang="en-US" sz="2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266" y="335198"/>
            <a:ext cx="2376487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50540"/>
            <a:ext cx="9668002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generate_results_json() drives everything. It builds the checks, runs each one, scores them, formats feedback, and writes the JSON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 that order.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457200" y="1296516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914326" y="1306041"/>
            <a:ext cx="19543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build_test_checks(name)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914326" y="1495276"/>
            <a:ext cx="693901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test it defines the six files to grade and runs a check on each, choosing a binary or text comparison per file.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57200" y="1727746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0111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914326" y="1849636"/>
            <a:ext cx="14289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run_file_check(...)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914326" y="2038871"/>
            <a:ext cx="949426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step: is the generated file missing? the solution missing? otherwise compare contents — and return one structured result with an error type and points.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57200" y="2271340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83706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914326" y="2393231"/>
            <a:ext cx="2975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compare_binaries / compare_text_files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914326" y="2582466"/>
            <a:ext cx="846573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files must match byte-for-byte; text files are normalized first. On a text mismatch, get_text_line_mismatches() records the differing lines.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57200" y="2814935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7300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914326" y="2936825"/>
            <a:ext cx="3541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format_check_results / format_error_message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14326" y="3126060"/>
            <a:ext cx="77121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turn the raw results into readable feedback — full line-by-line detail for the public test, a short summary for the hidden one.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57200" y="3358530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0895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914326" y="3480420"/>
            <a:ext cx="13685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results.json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14326" y="3669655"/>
            <a:ext cx="689141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sums 0.25 per passing file into a per-test score, adds up the overall score, and writes results.json for Gradescope.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457200" y="4767635"/>
            <a:ext cx="23660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results.py Flow / Phase 2 Autograder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6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223838"/>
            <a:ext cx="491408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results.py: How It Works</a:t>
            </a:r>
            <a:endParaRPr lang="en-US" sz="2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266" y="335198"/>
            <a:ext cx="1462088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76287"/>
            <a:ext cx="9777993" cy="3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lives under phase_2/. The student's code arrives in submission/, the graded assembly programs and the grader itself sit in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source/, and grading happens by comparing what the assembler writes into gen/ against the reference files in sol/.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6754" y="1318357"/>
            <a:ext cx="5395912" cy="3567113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562" y="1490811"/>
            <a:ext cx="6844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phase_2/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690562" y="1661815"/>
            <a:ext cx="11558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Dockerfile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690562" y="1832818"/>
            <a:ext cx="14695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run_autograder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690562" y="2003822"/>
            <a:ext cx="26459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submission/ </a:t>
            </a:r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 student uploads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873398" y="2174825"/>
            <a:ext cx="264577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└── assembler.cpp or assembler.py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690562" y="2345829"/>
            <a:ext cx="9205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└── source/</a:t>
            </a:r>
            <a:endParaRPr lang="en-US" sz="790" dirty="0"/>
          </a:p>
        </p:txBody>
      </p:sp>
      <p:sp>
        <p:nvSpPr>
          <p:cNvPr id="13" name="Text 11"/>
          <p:cNvSpPr/>
          <p:nvPr/>
        </p:nvSpPr>
        <p:spPr>
          <a:xfrm>
            <a:off x="873398" y="2516832"/>
            <a:ext cx="17047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instructions.yaml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873398" y="2687836"/>
            <a:ext cx="12342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add_shift.s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873398" y="2858839"/>
            <a:ext cx="84218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test.s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873398" y="3029843"/>
            <a:ext cx="11558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results.py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873398" y="3200846"/>
            <a:ext cx="21755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├── gen/ </a:t>
            </a:r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 assembler output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873398" y="3371850"/>
            <a:ext cx="209707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└── sol/ </a:t>
            </a:r>
            <a:pPr algn="l" indent="0" marL="0">
              <a:buNone/>
            </a:pPr>
            <a:r>
              <a:rPr lang="en-US" sz="79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 reference files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125542" y="1316348"/>
            <a:ext cx="2562225" cy="690562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6126510" y="1414016"/>
            <a:ext cx="7626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submission/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126510" y="1583308"/>
            <a:ext cx="3302719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the student's assembler. On Gradescope it is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filled by the upload; for local testing you drop the file in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yourself.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125542" y="2140148"/>
            <a:ext cx="2562225" cy="542925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6126510" y="2235994"/>
            <a:ext cx="7626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source/gen/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126510" y="2405286"/>
            <a:ext cx="3251448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student assembler writes its six output files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test case during the run.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125542" y="2818135"/>
            <a:ext cx="2562225" cy="542925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6126510" y="2913980"/>
            <a:ext cx="7626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source/sol/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26510" y="3083272"/>
            <a:ext cx="307219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pre-generated, known-correct files. results.py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compares gen/ against these to decide pass or fail.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57200" y="4767635"/>
            <a:ext cx="17888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Layout / Phase 2 Autograder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6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5542" y="1316348"/>
            <a:ext cx="2562225" cy="690562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5542" y="2140148"/>
            <a:ext cx="2562225" cy="5429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5542" y="2818135"/>
            <a:ext cx="2562225" cy="542925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7200" y="223838"/>
            <a:ext cx="514036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Files Are Laid Out</a:t>
            </a:r>
            <a:endParaRPr lang="en-US" sz="2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2195513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96721" y="271463"/>
            <a:ext cx="13442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 Autograder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76287"/>
            <a:ext cx="9311037" cy="52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student submits, run_autograder drives the whole sequence automatically inside the Docker container: it prepares the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submission, runs the assembler on both test programs, hands the output to results.py, and returns a score file that Gradescope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457200" y="1552352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04031" y="1542827"/>
            <a:ext cx="414482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submits assembler.cpp or assembler.py to Gradescope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4754835" y="1552352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5001667" y="1542827"/>
            <a:ext cx="437728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run_autograder copies the submission into source/assembler_files/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457200" y="1827163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704031" y="1817638"/>
            <a:ext cx="405447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detects the file type and compiles the C++ source if needed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4754835" y="1827163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01667" y="1817638"/>
            <a:ext cx="419909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the assembler on add_shift.s, writing 6 files to source/gen/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57200" y="2101974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04031" y="2092449"/>
            <a:ext cx="422482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the assembler on test.s, writing 6 more files to source/gen/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754835" y="2101974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001667" y="2092449"/>
            <a:ext cx="389021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results.py compares gen/ against sol/ — 12 file checks total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7200" y="2376785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04031" y="2367260"/>
            <a:ext cx="295194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writes results.json into /autograder/results/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754835" y="2376785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001667" y="2367260"/>
            <a:ext cx="35888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Gradescope reads results.json and displays the scores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57200" y="4767635"/>
            <a:ext cx="21736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Grading Flow / Phase 2 Autograder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6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223838"/>
            <a:ext cx="441511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Pipeline Runs</a:t>
            </a:r>
            <a:endParaRPr lang="en-US" sz="2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2026-07-13T13:33:33Z</dcterms:created>
  <dcterms:modified xsi:type="dcterms:W3CDTF">2026-07-13T13:33:33Z</dcterms:modified>
</cp:coreProperties>
</file>